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398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of Human Influence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232751" y="2927985"/>
            <a:ext cx="46784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Layers Shaping Civilization Across Time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20849" y="3552825"/>
            <a:ext cx="470230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multi-scale analysis of cosmic, climatic, technological, and ideological forces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Levels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Natural selection &amp; evolution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Climatic: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Climate change &amp; geography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Technological: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Writing, metallurgy, agriculture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Civilizational: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Egypt, Mesopotamia, Indus, Vedic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Linguistic: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Indo-European, Semitic, Afro-Asiatic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 Levels (Continued)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Religious: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Egyptian, Mesopotamian, Vedic, Zoroastrian, Hebrew, Greek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Philosophical: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Pre-Socratic, Platonic, Aristotelian, Stoic, Neoplatonic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Persian Empire, Greek city-states, Roman Republic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Science: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Copernicus, Galileo, Newton, Darwin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249681"/>
          <a:ext cx="7924800" cy="2608659"/>
        </p:xfrm>
        <a:graphic>
          <a:graphicData uri="http://schemas.openxmlformats.org/drawingml/2006/table">
            <a:tbl>
              <a:tblPr/>
              <a:tblGrid>
                <a:gridCol w="2641600"/>
                <a:gridCol w="2641600"/>
                <a:gridCol w="2641600"/>
              </a:tblGrid>
              <a:tr h="434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Influence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Timeframe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8BDF8"/>
                    </a:solidFill>
                  </a:tcPr>
                </a:tc>
              </a:tr>
              <a:tr h="4347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Cosmic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 selection, evolution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Millions of years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7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Climatic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Climate change, geography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15,000+ years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4347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Technological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Writing, metallurgy, agriculture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10,000+ years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7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Civilizational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Egypt, Mesopotamia, Indus, Vedic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5,000+ years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4347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Linguistic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Indo-European, Semitic, Afro-Asiatic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5,000+ years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Layers (Part 1)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249680"/>
          <a:ext cx="7924800" cy="2608659"/>
        </p:xfrm>
        <a:graphic>
          <a:graphicData uri="http://schemas.openxmlformats.org/drawingml/2006/table">
            <a:tbl>
              <a:tblPr/>
              <a:tblGrid>
                <a:gridCol w="2641600"/>
                <a:gridCol w="2641600"/>
                <a:gridCol w="2641600"/>
              </a:tblGrid>
              <a:tr h="4347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Influence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Timeframe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8BDF8"/>
                    </a:solidFill>
                  </a:tcPr>
                </a:tc>
              </a:tr>
              <a:tr h="4347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Religious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Egyptian, Mesopotamian, Vedic, Zoroastrian, Hebrew, Greek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3,000+ years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7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Philosophical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Pre-Socratic, Platonic, Aristotelian, Stoic, Neoplatonic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2,500+ years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4347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Political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Persian Empire, Greek city-states, Roman Republic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2,500+ years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7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Technological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Printing press, telescope, microscope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500+ years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4347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 Science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Copernicus, Galileo, Newton, Darwin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500+ years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Layers (Part 2)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5278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91"/>
            <a:ext cx="7924800" cy="15278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Effects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cognitive capacity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31089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Climatic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63093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Agricultural revolution enabling civilization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5278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91"/>
            <a:ext cx="7924800" cy="15278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Effects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Technological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Surplus, specialization, intellectual classes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31089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Civilizational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63093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Mathematical, astronomical, theological traditions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5278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91"/>
            <a:ext cx="7924800" cy="15278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&amp; Metaphysical Effects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Linguistic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8745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structure enabling thought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31089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Religious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630932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Cosmological frameworks &amp; metaphysical assumptions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5278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91"/>
            <a:ext cx="7924800" cy="15278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 &amp; Administrative Effects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Philosophical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8745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rationalism &amp; logical 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31089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630932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systems &amp; democratic theory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5278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91"/>
            <a:ext cx="7924800" cy="15278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&amp; Scientific Effects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(Modern)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8745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verification &amp; data accumulation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31089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Science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630932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scientific worldview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Timeframe Spectrum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years: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Cosmic evolution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15,000+ years: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Climatic &amp; geographical shifts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 years: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Technological foundations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 years: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Civilizational &amp; linguistic emergence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3,000–2,500 years: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Religious &amp; philosophical frameworks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years: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Scientific &amp; empirical revolution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amplifies and constrains those above it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Linguistic structure shapes what we can think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Religious &amp; philosophical frameworks guide metaphysics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systems codify abstract philosophical ideals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science emerges from philosophical rationalism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Integration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human culture and thought requires examining all nine levels simultaneously: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821182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Bottom-up: Physical constraints enable possibilities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Top-down: Ideologies reshape how we see the world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Recursive: Each layer influences &amp; transforms others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443" y="1670684"/>
            <a:ext cx="6971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Civilization as Nested Influence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2447925"/>
            <a:ext cx="792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cosmic evolution to modern science—nine interconnected frameworks shaping human destiny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477581" y="3286125"/>
            <a:ext cx="418883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map of human intellectual and cultural development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2026-01-19T00:43:04Z</dcterms:created>
  <dcterms:modified xsi:type="dcterms:W3CDTF">2026-01-19T00:43:04Z</dcterms:modified>
</cp:coreProperties>
</file>